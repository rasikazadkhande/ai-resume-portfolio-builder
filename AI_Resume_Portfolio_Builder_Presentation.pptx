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B77E52-5357-479D-8CE4-A22578F53AEA}" v="27" dt="2026-01-17T16:15:49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ikazadkhande12@gmail.com" userId="ef5402bde94dd289" providerId="LiveId" clId="{C91E697D-D82B-42B2-9293-EDBDA81D7860}"/>
    <pc:docChg chg="undo custSel modSld">
      <pc:chgData name="rasikazadkhande12@gmail.com" userId="ef5402bde94dd289" providerId="LiveId" clId="{C91E697D-D82B-42B2-9293-EDBDA81D7860}" dt="2026-01-17T16:15:49.914" v="116" actId="1076"/>
      <pc:docMkLst>
        <pc:docMk/>
      </pc:docMkLst>
      <pc:sldChg chg="modSp mod">
        <pc:chgData name="rasikazadkhande12@gmail.com" userId="ef5402bde94dd289" providerId="LiveId" clId="{C91E697D-D82B-42B2-9293-EDBDA81D7860}" dt="2026-01-17T16:15:49.914" v="116" actId="1076"/>
        <pc:sldMkLst>
          <pc:docMk/>
          <pc:sldMk cId="3202024527" sldId="265"/>
        </pc:sldMkLst>
        <pc:spChg chg="mod">
          <ac:chgData name="rasikazadkhande12@gmail.com" userId="ef5402bde94dd289" providerId="LiveId" clId="{C91E697D-D82B-42B2-9293-EDBDA81D7860}" dt="2026-01-17T16:15:49.914" v="116" actId="1076"/>
          <ac:spMkLst>
            <pc:docMk/>
            <pc:sldMk cId="3202024527" sldId="265"/>
            <ac:spMk id="2" creationId="{63E21331-76EB-A821-AAB2-1B57C0EEEA56}"/>
          </ac:spMkLst>
        </pc:spChg>
      </pc:sldChg>
      <pc:sldChg chg="addSp delSp modSp mod">
        <pc:chgData name="rasikazadkhande12@gmail.com" userId="ef5402bde94dd289" providerId="LiveId" clId="{C91E697D-D82B-42B2-9293-EDBDA81D7860}" dt="2026-01-17T14:52:28.140" v="56"/>
        <pc:sldMkLst>
          <pc:docMk/>
          <pc:sldMk cId="728950222" sldId="269"/>
        </pc:sldMkLst>
        <pc:spChg chg="add">
          <ac:chgData name="rasikazadkhande12@gmail.com" userId="ef5402bde94dd289" providerId="LiveId" clId="{C91E697D-D82B-42B2-9293-EDBDA81D7860}" dt="2026-01-17T14:47:24.214" v="3"/>
          <ac:spMkLst>
            <pc:docMk/>
            <pc:sldMk cId="728950222" sldId="269"/>
            <ac:spMk id="2" creationId="{10C7BF99-EDC0-8B13-7F05-7FD8CDEFC245}"/>
          </ac:spMkLst>
        </pc:spChg>
        <pc:spChg chg="del mod">
          <ac:chgData name="rasikazadkhande12@gmail.com" userId="ef5402bde94dd289" providerId="LiveId" clId="{C91E697D-D82B-42B2-9293-EDBDA81D7860}" dt="2026-01-17T14:51:44.856" v="52" actId="478"/>
          <ac:spMkLst>
            <pc:docMk/>
            <pc:sldMk cId="728950222" sldId="269"/>
            <ac:spMk id="3" creationId="{A39C82B0-CBA2-0FD2-0400-979E31AC4978}"/>
          </ac:spMkLst>
        </pc:spChg>
        <pc:spChg chg="add">
          <ac:chgData name="rasikazadkhande12@gmail.com" userId="ef5402bde94dd289" providerId="LiveId" clId="{C91E697D-D82B-42B2-9293-EDBDA81D7860}" dt="2026-01-17T14:47:27.220" v="4"/>
          <ac:spMkLst>
            <pc:docMk/>
            <pc:sldMk cId="728950222" sldId="269"/>
            <ac:spMk id="4" creationId="{10D83670-82B2-17CD-922A-8932B39A1D6A}"/>
          </ac:spMkLst>
        </pc:spChg>
        <pc:spChg chg="del mod">
          <ac:chgData name="rasikazadkhande12@gmail.com" userId="ef5402bde94dd289" providerId="LiveId" clId="{C91E697D-D82B-42B2-9293-EDBDA81D7860}" dt="2026-01-17T14:51:41.383" v="50" actId="478"/>
          <ac:spMkLst>
            <pc:docMk/>
            <pc:sldMk cId="728950222" sldId="269"/>
            <ac:spMk id="6" creationId="{6868E3FB-22A7-E0B8-4581-182B6AF5A531}"/>
          </ac:spMkLst>
        </pc:spChg>
        <pc:spChg chg="add">
          <ac:chgData name="rasikazadkhande12@gmail.com" userId="ef5402bde94dd289" providerId="LiveId" clId="{C91E697D-D82B-42B2-9293-EDBDA81D7860}" dt="2026-01-17T14:48:21.814" v="11"/>
          <ac:spMkLst>
            <pc:docMk/>
            <pc:sldMk cId="728950222" sldId="269"/>
            <ac:spMk id="7" creationId="{C4EA9F37-6C9D-B9A4-513A-88A8FF037F16}"/>
          </ac:spMkLst>
        </pc:spChg>
        <pc:spChg chg="del mod">
          <ac:chgData name="rasikazadkhande12@gmail.com" userId="ef5402bde94dd289" providerId="LiveId" clId="{C91E697D-D82B-42B2-9293-EDBDA81D7860}" dt="2026-01-17T14:51:40.391" v="49" actId="478"/>
          <ac:spMkLst>
            <pc:docMk/>
            <pc:sldMk cId="728950222" sldId="269"/>
            <ac:spMk id="8" creationId="{A0AED30D-1BDE-D15E-24BF-CDF91FB17E3B}"/>
          </ac:spMkLst>
        </pc:spChg>
        <pc:spChg chg="add mod">
          <ac:chgData name="rasikazadkhande12@gmail.com" userId="ef5402bde94dd289" providerId="LiveId" clId="{C91E697D-D82B-42B2-9293-EDBDA81D7860}" dt="2026-01-17T14:48:29.512" v="13"/>
          <ac:spMkLst>
            <pc:docMk/>
            <pc:sldMk cId="728950222" sldId="269"/>
            <ac:spMk id="9" creationId="{D761676B-72F0-880F-1668-FB9176840896}"/>
          </ac:spMkLst>
        </pc:spChg>
        <pc:spChg chg="add del mod">
          <ac:chgData name="rasikazadkhande12@gmail.com" userId="ef5402bde94dd289" providerId="LiveId" clId="{C91E697D-D82B-42B2-9293-EDBDA81D7860}" dt="2026-01-17T14:51:38.600" v="48" actId="478"/>
          <ac:spMkLst>
            <pc:docMk/>
            <pc:sldMk cId="728950222" sldId="269"/>
            <ac:spMk id="10" creationId="{60239F6C-608D-FFC0-AE73-B5FE2296234F}"/>
          </ac:spMkLst>
        </pc:spChg>
        <pc:spChg chg="add mod">
          <ac:chgData name="rasikazadkhande12@gmail.com" userId="ef5402bde94dd289" providerId="LiveId" clId="{C91E697D-D82B-42B2-9293-EDBDA81D7860}" dt="2026-01-17T14:51:28.116" v="43" actId="1076"/>
          <ac:spMkLst>
            <pc:docMk/>
            <pc:sldMk cId="728950222" sldId="269"/>
            <ac:spMk id="11" creationId="{B9645F6B-D5E8-D446-FEC0-31E6B3D3C8AD}"/>
          </ac:spMkLst>
        </pc:spChg>
        <pc:spChg chg="add mod">
          <ac:chgData name="rasikazadkhande12@gmail.com" userId="ef5402bde94dd289" providerId="LiveId" clId="{C91E697D-D82B-42B2-9293-EDBDA81D7860}" dt="2026-01-17T14:51:55.577" v="53"/>
          <ac:spMkLst>
            <pc:docMk/>
            <pc:sldMk cId="728950222" sldId="269"/>
            <ac:spMk id="12" creationId="{FE94E4F0-7CCB-5CDC-AC03-12FF04D8FFAA}"/>
          </ac:spMkLst>
        </pc:spChg>
        <pc:spChg chg="add mod">
          <ac:chgData name="rasikazadkhande12@gmail.com" userId="ef5402bde94dd289" providerId="LiveId" clId="{C91E697D-D82B-42B2-9293-EDBDA81D7860}" dt="2026-01-17T14:52:09.699" v="54"/>
          <ac:spMkLst>
            <pc:docMk/>
            <pc:sldMk cId="728950222" sldId="269"/>
            <ac:spMk id="13" creationId="{943E3883-AD04-5651-FF2A-F197955DF400}"/>
          </ac:spMkLst>
        </pc:spChg>
        <pc:spChg chg="add mod">
          <ac:chgData name="rasikazadkhande12@gmail.com" userId="ef5402bde94dd289" providerId="LiveId" clId="{C91E697D-D82B-42B2-9293-EDBDA81D7860}" dt="2026-01-17T14:52:18.973" v="55"/>
          <ac:spMkLst>
            <pc:docMk/>
            <pc:sldMk cId="728950222" sldId="269"/>
            <ac:spMk id="14" creationId="{1FBE0271-4DA1-6465-7671-133D450A75A1}"/>
          </ac:spMkLst>
        </pc:spChg>
        <pc:spChg chg="add mod">
          <ac:chgData name="rasikazadkhande12@gmail.com" userId="ef5402bde94dd289" providerId="LiveId" clId="{C91E697D-D82B-42B2-9293-EDBDA81D7860}" dt="2026-01-17T14:52:28.140" v="56"/>
          <ac:spMkLst>
            <pc:docMk/>
            <pc:sldMk cId="728950222" sldId="269"/>
            <ac:spMk id="15" creationId="{DC543290-932E-9013-BE86-2CA6666B23B4}"/>
          </ac:spMkLst>
        </pc:spChg>
      </pc:sldChg>
      <pc:sldChg chg="modSp mod">
        <pc:chgData name="rasikazadkhande12@gmail.com" userId="ef5402bde94dd289" providerId="LiveId" clId="{C91E697D-D82B-42B2-9293-EDBDA81D7860}" dt="2026-01-17T16:04:36.849" v="114" actId="20577"/>
        <pc:sldMkLst>
          <pc:docMk/>
          <pc:sldMk cId="2900153716" sldId="2146847054"/>
        </pc:sldMkLst>
        <pc:spChg chg="mod">
          <ac:chgData name="rasikazadkhande12@gmail.com" userId="ef5402bde94dd289" providerId="LiveId" clId="{C91E697D-D82B-42B2-9293-EDBDA81D7860}" dt="2026-01-17T16:04:36.849" v="114" actId="20577"/>
          <ac:spMkLst>
            <pc:docMk/>
            <pc:sldMk cId="2900153716" sldId="2146847054"/>
            <ac:spMk id="3" creationId="{B2678641-EEA3-4EC4-BF39-4075B0C120E8}"/>
          </ac:spMkLst>
        </pc:spChg>
      </pc:sldChg>
      <pc:sldChg chg="modSp mod">
        <pc:chgData name="rasikazadkhande12@gmail.com" userId="ef5402bde94dd289" providerId="LiveId" clId="{C91E697D-D82B-42B2-9293-EDBDA81D7860}" dt="2026-01-17T14:07:04.528" v="0" actId="255"/>
        <pc:sldMkLst>
          <pc:docMk/>
          <pc:sldMk cId="614882681" sldId="2146847055"/>
        </pc:sldMkLst>
        <pc:spChg chg="mod">
          <ac:chgData name="rasikazadkhande12@gmail.com" userId="ef5402bde94dd289" providerId="LiveId" clId="{C91E697D-D82B-42B2-9293-EDBDA81D7860}" dt="2026-01-17T14:07:04.528" v="0" actId="255"/>
          <ac:spMkLst>
            <pc:docMk/>
            <pc:sldMk cId="614882681" sldId="2146847055"/>
            <ac:spMk id="7" creationId="{BBCE0E30-F38C-D82A-6AE5-ECF63EAB5E53}"/>
          </ac:spMkLst>
        </pc:spChg>
      </pc:sldChg>
      <pc:sldChg chg="addSp delSp modSp mod">
        <pc:chgData name="rasikazadkhande12@gmail.com" userId="ef5402bde94dd289" providerId="LiveId" clId="{C91E697D-D82B-42B2-9293-EDBDA81D7860}" dt="2026-01-17T14:54:01.012" v="65" actId="14100"/>
        <pc:sldMkLst>
          <pc:docMk/>
          <pc:sldMk cId="1995909366" sldId="2146847058"/>
        </pc:sldMkLst>
        <pc:spChg chg="add del mod">
          <ac:chgData name="rasikazadkhande12@gmail.com" userId="ef5402bde94dd289" providerId="LiveId" clId="{C91E697D-D82B-42B2-9293-EDBDA81D7860}" dt="2026-01-17T14:54:01.012" v="65" actId="14100"/>
          <ac:spMkLst>
            <pc:docMk/>
            <pc:sldMk cId="1995909366" sldId="2146847058"/>
            <ac:spMk id="3" creationId="{D728B4D2-2154-F20B-F64F-A6097D21B39F}"/>
          </ac:spMkLst>
        </pc:spChg>
        <pc:spChg chg="add del mod">
          <ac:chgData name="rasikazadkhande12@gmail.com" userId="ef5402bde94dd289" providerId="LiveId" clId="{C91E697D-D82B-42B2-9293-EDBDA81D7860}" dt="2026-01-17T14:53:42.879" v="62" actId="478"/>
          <ac:spMkLst>
            <pc:docMk/>
            <pc:sldMk cId="1995909366" sldId="2146847058"/>
            <ac:spMk id="5" creationId="{B9235270-7A33-3E78-EE3C-9E140DFB99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39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hyperlink" Target="https://docs.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.meta.com/llama/" TargetMode="External"/><Relationship Id="rId5" Type="http://schemas.openxmlformats.org/officeDocument/2006/relationships/hyperlink" Target="https://console.groq.com/docs" TargetMode="External"/><Relationship Id="rId4" Type="http://schemas.openxmlformats.org/officeDocument/2006/relationships/hyperlink" Target="https://pypdf2.readthedocs.io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resume &amp; portfolio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3628" y="3527646"/>
            <a:ext cx="10720282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RASIKA SUNIL ZADKHANDE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Hindi Seva Mandal Shri Sant Gadge Baba College of Engineering and Technology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Bhusawal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CSE(data science)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9E15C6-EAA2-7BCA-3D2B-0C5051111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536174"/>
            <a:ext cx="99717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struggle to present skills and projects professionally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Generic resume templates do not highlight individual strengths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resume screening is time-consuming and error-prone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students get rejected due to missing or unclear skills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feedback on why they are disqualified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483361"/>
            <a:ext cx="10927369" cy="432816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An AI-based system that analyzes student resumes</a:t>
            </a:r>
          </a:p>
          <a:p>
            <a:r>
              <a:rPr lang="en-US" sz="2400" dirty="0"/>
              <a:t>Automatically checks resume relevance for a selected job role</a:t>
            </a:r>
          </a:p>
          <a:p>
            <a:r>
              <a:rPr lang="en-US" sz="2400" dirty="0"/>
              <a:t>Identifies missing skills required for that role</a:t>
            </a:r>
          </a:p>
          <a:p>
            <a:r>
              <a:rPr lang="en-US" sz="2400" dirty="0"/>
              <a:t>Generates AI-based feedback, improvement tips, and ATS score</a:t>
            </a:r>
          </a:p>
          <a:p>
            <a:r>
              <a:rPr lang="en-US" sz="2400" dirty="0"/>
              <a:t>Helps students understand disqualification reasons clearly</a:t>
            </a:r>
          </a:p>
          <a:p>
            <a:pPr marL="305435" indent="-305435"/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E21331-76EB-A821-AAB2-1B57C0EEE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42017"/>
            <a:ext cx="1125911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Python – core programming language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– user interface and web app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Groq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LLM (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LLaMA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3) – resume analysis and content generation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NLP – text extraction and understanding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PyPDF2 – resume PDF text extraction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Generative AI – tailored feedback and suggestions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User uploads resume (PDF)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Resume text is extracted using NLP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User selects target job role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AI compares resume skills with job requirements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System identifies: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Matching skills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Missing skills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Disqualification reasons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AI generates actionable feedback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515029"/>
            <a:ext cx="464351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Algorithm:</a:t>
            </a:r>
            <a:endParaRPr lang="en-US" sz="1800" dirty="0"/>
          </a:p>
          <a:p>
            <a:r>
              <a:rPr lang="en-US" sz="1800" dirty="0"/>
              <a:t>Upload resume</a:t>
            </a:r>
          </a:p>
          <a:p>
            <a:r>
              <a:rPr lang="en-US" sz="1800" dirty="0"/>
              <a:t>Extract text from PDF</a:t>
            </a:r>
          </a:p>
          <a:p>
            <a:r>
              <a:rPr lang="en-US" sz="1800" dirty="0"/>
              <a:t>Identify skills, education, experience</a:t>
            </a:r>
          </a:p>
          <a:p>
            <a:r>
              <a:rPr lang="en-US" sz="1800" dirty="0"/>
              <a:t>Compare with job role requirements</a:t>
            </a:r>
          </a:p>
          <a:p>
            <a:r>
              <a:rPr lang="en-US" sz="1800" dirty="0"/>
              <a:t>Generate ATS score and recommendations</a:t>
            </a:r>
          </a:p>
          <a:p>
            <a:r>
              <a:rPr lang="en-US" sz="1800" b="1" dirty="0"/>
              <a:t>Deployment:</a:t>
            </a:r>
            <a:endParaRPr lang="en-US" sz="1800" dirty="0"/>
          </a:p>
          <a:p>
            <a:r>
              <a:rPr lang="en-US" sz="1800" dirty="0"/>
              <a:t>Web app deployed using </a:t>
            </a:r>
            <a:r>
              <a:rPr lang="en-US" sz="1800" b="1" dirty="0" err="1"/>
              <a:t>Streamlit</a:t>
            </a:r>
            <a:endParaRPr lang="en-US" sz="1800" dirty="0"/>
          </a:p>
          <a:p>
            <a:r>
              <a:rPr lang="en-US" sz="1800" dirty="0"/>
              <a:t>Runs locally or on </a:t>
            </a:r>
            <a:r>
              <a:rPr lang="en-US" sz="1800" dirty="0" err="1"/>
              <a:t>Streamlit</a:t>
            </a:r>
            <a:r>
              <a:rPr lang="en-US" sz="1800" dirty="0"/>
              <a:t>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954731"/>
            <a:ext cx="4710475" cy="220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Students receive clear resume analysis</a:t>
            </a:r>
          </a:p>
          <a:p>
            <a:r>
              <a:rPr lang="en-US" sz="1600" dirty="0"/>
              <a:t>Missing skills are highlighted</a:t>
            </a:r>
          </a:p>
          <a:p>
            <a:r>
              <a:rPr lang="en-US" sz="1600" dirty="0"/>
              <a:t>ATS compatibility score is generated</a:t>
            </a:r>
          </a:p>
          <a:p>
            <a:r>
              <a:rPr lang="en-US" sz="1600" dirty="0"/>
              <a:t>Actionable improvement suggestions are provided</a:t>
            </a:r>
          </a:p>
          <a:p>
            <a:r>
              <a:rPr lang="en-US" sz="1600" dirty="0"/>
              <a:t>Saves time and improves resume quality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D57708-BD73-517C-50F2-2118294D07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49789"/>
            <a:ext cx="1075042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automates resume evaluation , Reduces confusion and manual effort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students improve employability ,Provides transparent and unbiased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better career preparation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0744A-3DAB-2791-32C7-19CC6AB5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81" y="2394620"/>
            <a:ext cx="5892914" cy="3113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9077CC-908F-1B35-BA94-FC47F1CB2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53" y="2493913"/>
            <a:ext cx="5325755" cy="366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2067005"/>
            <a:ext cx="691823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Auto resume &amp; cover letter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Portfolio website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Integration with LinkedIn &amp; job portals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Skill learning roadmap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Multilingual resume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4E4F0-7CCB-5CDC-AC03-12FF04D8FFAA}"/>
              </a:ext>
            </a:extLst>
          </p:cNvPr>
          <p:cNvSpPr txBox="1"/>
          <p:nvPr/>
        </p:nvSpPr>
        <p:spPr>
          <a:xfrm>
            <a:off x="747524" y="14909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Streamlit Documentation:  </a:t>
            </a:r>
            <a:r>
              <a:rPr lang="en-US" dirty="0">
                <a:hlinkClick r:id="rId2"/>
              </a:rPr>
              <a:t>https://docs.streamlit.io/</a:t>
            </a:r>
            <a:r>
              <a:rPr lang="en-US" dirty="0">
                <a:hlinkClick r:id="rId3"/>
              </a:rPr>
              <a:t>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E3883-AD04-5651-FF2A-F197955DF400}"/>
              </a:ext>
            </a:extLst>
          </p:cNvPr>
          <p:cNvSpPr txBox="1"/>
          <p:nvPr/>
        </p:nvSpPr>
        <p:spPr>
          <a:xfrm>
            <a:off x="668866" y="2156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PyPDF2 Documentation: </a:t>
            </a:r>
            <a:r>
              <a:rPr lang="en-IN" dirty="0">
                <a:hlinkClick r:id="rId4"/>
              </a:rPr>
              <a:t>https://pypdf2.readthedocs.io/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BE0271-4DA1-6465-7671-133D450A75A1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Groq API Documentation: </a:t>
            </a:r>
            <a:r>
              <a:rPr lang="en-IN" dirty="0">
                <a:hlinkClick r:id="rId5"/>
              </a:rPr>
              <a:t>https://console.groq.com/docs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43290-932E-9013-BE86-2CA6666B23B4}"/>
              </a:ext>
            </a:extLst>
          </p:cNvPr>
          <p:cNvSpPr txBox="1"/>
          <p:nvPr/>
        </p:nvSpPr>
        <p:spPr>
          <a:xfrm>
            <a:off x="668866" y="33035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LLaMA</a:t>
            </a:r>
            <a:r>
              <a:rPr lang="en-IN" b="1" dirty="0"/>
              <a:t> Large Language Model (Meta AI): </a:t>
            </a:r>
            <a:r>
              <a:rPr lang="en-IN" dirty="0">
                <a:hlinkClick r:id="rId6"/>
              </a:rPr>
              <a:t>https://ai.meta.com/llama/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7"/>
            <a:ext cx="9014221" cy="827716"/>
          </a:xfrm>
        </p:spPr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:https://github.com/</a:t>
            </a:r>
            <a:r>
              <a:rPr lang="en-IN" dirty="0" err="1"/>
              <a:t>RasikaZadkhande</a:t>
            </a:r>
            <a:r>
              <a:rPr lang="en-IN" dirty="0"/>
              <a:t>/AI-Resume-Portfolio-</a:t>
            </a:r>
            <a:r>
              <a:rPr lang="en-IN" dirty="0" err="1"/>
              <a:t>Builder.git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1195</TotalTime>
  <Words>411</Words>
  <Application>Microsoft Office PowerPoint</Application>
  <PresentationFormat>Widescreen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resume &amp; portfolio builder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rasikazadkhande12@gmail.com</cp:lastModifiedBy>
  <cp:revision>38</cp:revision>
  <dcterms:created xsi:type="dcterms:W3CDTF">2021-05-26T16:50:10Z</dcterms:created>
  <dcterms:modified xsi:type="dcterms:W3CDTF">2026-01-17T16:15:55Z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